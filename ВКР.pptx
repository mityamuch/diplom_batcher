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72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13.06.2026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к.</a:t>
            </a:r>
            <a:r>
              <a:rPr lang="en-US" sz="2000" b="1" dirty="0"/>
              <a:t> </a:t>
            </a:r>
            <a:r>
              <a:rPr lang="ru-RU" sz="2000" b="1" dirty="0"/>
              <a:t>т.</a:t>
            </a:r>
            <a:r>
              <a:rPr lang="en-US" sz="2000" b="1" dirty="0"/>
              <a:t> </a:t>
            </a:r>
            <a:r>
              <a:rPr lang="en-US" sz="2000" b="1" dirty="0" err="1"/>
              <a:t>н</a:t>
            </a:r>
            <a:r>
              <a:rPr lang="ru-RU" sz="2000" b="1" dirty="0"/>
              <a:t> .</a:t>
            </a:r>
            <a:r>
              <a:rPr lang="en-US" sz="2000" b="1" dirty="0"/>
              <a:t>, </a:t>
            </a:r>
            <a:r>
              <a:rPr lang="en-US" sz="2000" b="1" dirty="0" err="1"/>
              <a:t>д</a:t>
            </a:r>
            <a:r>
              <a:rPr lang="ru-RU" sz="2000" b="1" dirty="0" err="1"/>
              <a:t>оцент</a:t>
            </a:r>
            <a:r>
              <a:rPr lang="ru-RU" sz="2000" b="1" dirty="0"/>
              <a:t>,</a:t>
            </a:r>
            <a:r>
              <a:rPr lang="en-US" sz="2000" b="1" dirty="0"/>
              <a:t> </a:t>
            </a:r>
            <a:r>
              <a:rPr lang="ru-RU" sz="2000" b="1" dirty="0"/>
              <a:t>доцент кафедры 806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indent="0" algn="just">
              <a:lnSpc>
                <a:spcPct val="160000"/>
              </a:lnSpc>
              <a:spcAft>
                <a:spcPts val="1000"/>
              </a:spcAft>
              <a:buNone/>
            </a:pP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алгоритмы </a:t>
            </a:r>
            <a:r>
              <a:rPr lang="ru-RU" sz="19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из вычислительной алгебры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B8C879-B460-D9C5-5E56-AD7B312A9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 и предмет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991026-8C75-B11E-7CA1-FC201537B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rtl="0"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Объект исследования: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алгоритмы сортировки</a:t>
            </a:r>
            <a:r>
              <a:rPr lang="en-US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другие алгоритмы парадигмы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разделяй и властвуй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исследования: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методы асимптотического анализа сложности алгоритмов сортировки на основе рекуррентных соотношений.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работе рассматриваются: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Бэтчера;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классические алгоритмы сортировки;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границы применимости метода рекуррентных соотношений;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экспериментальная проверка теоретических оценок.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A9BB233-74DE-301B-A3CF-DFBEA9BE7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566B68E-E61F-85B6-6F68-96C79184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737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 b="-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log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800" i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g</m:t>
                        </m:r>
                      </m:e>
                      <m:sup>
                        <m: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</a:t>
            </a:r>
            <a:r>
              <a:rPr lang="en-US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ru-RU" sz="1800" b="0" i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Θ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ru-RU" sz="1600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70000"/>
                  </a:lnSpc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7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41" r="-1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</a:t>
                          </a:r>
                          <a:r>
                            <a:rPr lang="en-US" sz="1200" dirty="0">
                              <a:effectLst/>
                            </a:rPr>
                            <a:t>-</a:t>
                          </a:r>
                          <a:r>
                            <a:rPr lang="ru-RU" sz="1200" dirty="0">
                              <a:effectLst/>
                            </a:rPr>
                            <a:t>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2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28626" r="-713" b="-15458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382955" r="-713" b="-360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алгоритмы парадигмы </a:t>
            </a:r>
            <a:r>
              <a:rPr lang="en-US" dirty="0"/>
              <a:t>“</a:t>
            </a:r>
            <a:r>
              <a:rPr lang="ru-RU" dirty="0"/>
              <a:t>разделяй и властвуй</a:t>
            </a:r>
            <a:r>
              <a:rPr lang="en-US" dirty="0"/>
              <a:t>”, </a:t>
            </a:r>
            <a:r>
              <a:rPr lang="ru-RU" dirty="0"/>
              <a:t>анализируемые тем же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2944226"/>
                  </p:ext>
                </p:extLst>
              </p:nvPr>
            </p:nvGraphicFramePr>
            <p:xfrm>
              <a:off x="838200" y="3086894"/>
              <a:ext cx="10515600" cy="268020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FFT/NTT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𝑙𝑜</m:t>
                                </m:r>
                                <m:sSub>
                                  <m:sSub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𝛩</m:t>
                                </m:r>
                                <m:d>
                                  <m:d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𝑛𝑙𝑜𝑔</m:t>
                                    </m:r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 </m:t>
                                    </m:r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9382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2944226"/>
                  </p:ext>
                </p:extLst>
              </p:nvPr>
            </p:nvGraphicFramePr>
            <p:xfrm>
              <a:off x="838200" y="3086894"/>
              <a:ext cx="10515600" cy="268020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FFT/NTT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466667" r="-100521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466667" r="-696" b="-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82084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866"/>
            <a:ext cx="10515600" cy="51540"/>
          </a:xfrm>
        </p:spPr>
        <p:txBody>
          <a:bodyPr>
            <a:normAutofit fontScale="90000"/>
          </a:bodyPr>
          <a:lstStyle/>
          <a:p>
            <a:r>
              <a:rPr lang="ru-RU" dirty="0"/>
              <a:t>Экспериментальная проверка полученной формулы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544" y="1822494"/>
            <a:ext cx="12022911" cy="441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5480"/>
          </a:xfrm>
        </p:spPr>
        <p:txBody>
          <a:bodyPr/>
          <a:lstStyle/>
          <a:p>
            <a:r>
              <a:rPr lang="ru-RU" dirty="0"/>
              <a:t>Сводное сравнение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9270" y="775663"/>
            <a:ext cx="9413459" cy="540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600" i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S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m:rPr>
                            <m:sty m:val="p"/>
                          </m:rPr>
                          <a:rPr lang="ru-RU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ru-RU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ru-RU" sz="160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n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другие алгоритмы парадигмы </a:t>
                </a:r>
                <a:r>
                  <a:rPr lang="en-US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разделяй и властвуй</a:t>
                </a:r>
                <a:r>
                  <a:rPr lang="en-US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</a:t>
                </a: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</a:t>
            </a:r>
            <a:r>
              <a:rPr lang="en-US" dirty="0"/>
              <a:t>: </a:t>
            </a:r>
            <a:r>
              <a:rPr lang="ru-RU" dirty="0" err="1"/>
              <a:t>Муханова</a:t>
            </a:r>
            <a:r>
              <a:rPr lang="ru-RU" dirty="0"/>
              <a:t>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1970</TotalTime>
  <Words>1443</Words>
  <Application>Microsoft Office PowerPoint</Application>
  <PresentationFormat>Широкоэкранный</PresentationFormat>
  <Paragraphs>165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 предмет исследования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</vt:lpstr>
      <vt:lpstr>Соответствие классических сортировок условиям A–C</vt:lpstr>
      <vt:lpstr> Когда метод «как есть» не применим</vt:lpstr>
      <vt:lpstr>Другие алгоритмы парадигмы “разделяй и властвуй”, анализируемые тем же методом</vt:lpstr>
      <vt:lpstr>Экспериментальная проверка полученной формулы</vt:lpstr>
      <vt:lpstr>Сводное сравнение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mitya much</cp:lastModifiedBy>
  <cp:revision>71</cp:revision>
  <dcterms:created xsi:type="dcterms:W3CDTF">2026-05-12T15:13:03Z</dcterms:created>
  <dcterms:modified xsi:type="dcterms:W3CDTF">2026-06-13T14:45:51Z</dcterms:modified>
</cp:coreProperties>
</file>