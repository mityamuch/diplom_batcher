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2318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DC0781-64BA-D219-524B-48A8DA61B8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E0F8597-CD94-15D6-CC9C-C3FDB717DD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AEF3832-79BC-7F3E-5F0D-E4CA5DC4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E6AAC-B15D-4983-AE4A-1F137142EE76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37D280-9B44-E7AE-7331-53AFE6A04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02E87-A897-6AF3-0E67-B85B6ECC4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F744D-ADBC-479E-9E64-865CD93087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2269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0A09D0-53DA-1B49-E147-E7609ABC4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D700230-DA47-C7C2-A95B-031ED1878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4EDA6F4-5E0D-41B4-B9B1-00DC64D47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E6AAC-B15D-4983-AE4A-1F137142EE76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BC7FD27-D5BA-A44F-5BF1-259ECC872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5FDFE8-098E-231B-BE94-6D95AFC03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F744D-ADBC-479E-9E64-865CD93087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5241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5D06CC-6FFE-3D17-985B-AA6803662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D62DE6C-3302-6DBC-D571-AFC5ECC778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A4935BA-617D-FD9B-139D-9A54E45B3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E6AAC-B15D-4983-AE4A-1F137142EE76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726087-EC3B-B05D-CE75-967894E36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D134058-C985-3578-9FAE-201D610E9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F744D-ADBC-479E-9E64-865CD93087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0651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054220-2056-F8A3-DAA0-8A6DAAC13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08EE15-282B-BFB3-CEB1-A230B02EF6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86681A1-ED30-4211-2BA3-EDDEE9452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E48D89D-A921-2BC5-3EF8-CBE3DE413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E6AAC-B15D-4983-AE4A-1F137142EE76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FA86B04-EC55-9DC8-8D3B-9B6461C06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E914F7C-6070-C36B-08F0-EC0BC155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F744D-ADBC-479E-9E64-865CD93087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790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7E5927-3544-2B58-7DBF-21417B6E3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AF5F191-F3A3-5FC8-DCA2-C6C04F169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D21E07A-CEA2-6EFE-731F-6AD55179D1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BBF1C6B-6B82-0E6E-F05A-1771FEB767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469441A-5EF4-12C6-453C-B1DD3D5CF7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3850707-9661-DF57-71C9-C937C52A2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E6AAC-B15D-4983-AE4A-1F137142EE76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2DCE01B-29BC-5F4F-F5A8-70065A77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8E277EC-F28A-0A9F-27BB-F9D9BB021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F744D-ADBC-479E-9E64-865CD93087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1799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7AB94B-9ADE-8C27-11FF-799DAD6B4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1F5C06C-2320-D156-2D0B-A99AD9E92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E6AAC-B15D-4983-AE4A-1F137142EE76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FA9001-D14A-F303-A523-03112DF65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4372672-64B7-3A0F-BDEC-0B95338DD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F744D-ADBC-479E-9E64-865CD93087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5366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3DB2480-7A45-80D6-A930-92B11AF6B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E6AAC-B15D-4983-AE4A-1F137142EE76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4DD37E6-727D-A570-3B44-5B5FBF52D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EBEAFE1-B273-4B5C-7D31-71B569410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F744D-ADBC-479E-9E64-865CD93087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3129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16323D-5898-F8CF-147B-D76824EEE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476A71-74D3-C87D-0A01-00D2D0216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8C7CD00-E716-9EB3-BE73-01E021A2DE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348D4D8-0F14-B328-D623-01889BD86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E6AAC-B15D-4983-AE4A-1F137142EE76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D41695F-391B-F374-0ECB-A4E752D08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63350BF-5704-D7D7-EE4E-84294A8B6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F744D-ADBC-479E-9E64-865CD93087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9171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C7B53D-87FB-54C3-696E-07522384B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FFD9EB6-888B-38B9-6927-423FF6DF10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2F1B121-AA64-7DAC-E114-D8D7C4C7D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901603D-3066-4D39-5405-EBE748BE2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E6AAC-B15D-4983-AE4A-1F137142EE76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390D781-A929-8160-01B1-4E3CF08B0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D79534C-3F8A-C439-0D27-947C59B2C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F744D-ADBC-479E-9E64-865CD93087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44139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C2B3C1-EBD6-ED8B-CC80-BDC24297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90B9BD3-2341-4C9E-37EA-0818169718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370C28B-742E-1B48-E465-81AC9B207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E6AAC-B15D-4983-AE4A-1F137142EE76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CF3B90E-4CF9-80FF-D2FA-508F49855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895AEA-2C62-4EDA-553E-489CE4EB7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F744D-ADBC-479E-9E64-865CD93087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9629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06AC615-A78B-41AC-A61E-839DBA1459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04F74C8-8A9C-EB9F-1460-62B6E12E6F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61B999-F2CF-97A3-7302-66A11994A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E6AAC-B15D-4983-AE4A-1F137142EE76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E010C8-DA4B-7C73-B219-2085C9813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C8A2CA-32BA-65C6-72E9-8E2DF5F89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F744D-ADBC-479E-9E64-865CD93087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21643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65D227-7AC3-760D-693E-263F27918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CCEB83E-7D93-334E-5481-22C3C409F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9A1311-B1C1-0662-A684-BF0E380D42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9E6AAC-B15D-4983-AE4A-1F137142EE76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9E8017-6C2F-8D38-2952-851DB7D561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D15EFF-2308-2AFA-3CEE-5090F4165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CF744D-ADBC-479E-9E64-865CD93087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047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A8AA1C-00A9-D0C2-7FE2-448645D429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37D2299-59A0-8137-BCE5-765F984838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206952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mitya much</dc:creator>
  <cp:lastModifiedBy>mitya much</cp:lastModifiedBy>
  <cp:revision>1</cp:revision>
  <dcterms:created xsi:type="dcterms:W3CDTF">2026-05-12T15:13:03Z</dcterms:created>
  <dcterms:modified xsi:type="dcterms:W3CDTF">2026-05-12T15:13:20Z</dcterms:modified>
</cp:coreProperties>
</file>