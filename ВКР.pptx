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52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15.05.2026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15.05.2026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15.05.2026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к.</a:t>
            </a:r>
            <a:r>
              <a:rPr lang="en-US" sz="2000" b="1" dirty="0"/>
              <a:t> </a:t>
            </a:r>
            <a:r>
              <a:rPr lang="ru-RU" sz="2000" b="1" dirty="0"/>
              <a:t>т.</a:t>
            </a:r>
            <a:r>
              <a:rPr lang="en-US" sz="2000" b="1" dirty="0"/>
              <a:t> </a:t>
            </a:r>
            <a:r>
              <a:rPr lang="en-US" sz="2000" b="1" dirty="0" err="1"/>
              <a:t>н</a:t>
            </a:r>
            <a:r>
              <a:rPr lang="ru-RU" sz="2000" b="1" dirty="0"/>
              <a:t> .</a:t>
            </a:r>
            <a:r>
              <a:rPr lang="en-US" sz="2000" b="1" dirty="0"/>
              <a:t>, </a:t>
            </a:r>
            <a:r>
              <a:rPr lang="en-US" sz="2000" b="1" dirty="0" err="1"/>
              <a:t>д</a:t>
            </a:r>
            <a:r>
              <a:rPr lang="ru-RU" sz="2000" b="1" dirty="0" err="1"/>
              <a:t>оцент</a:t>
            </a:r>
            <a:r>
              <a:rPr lang="ru-RU" sz="2000" b="1" dirty="0"/>
              <a:t>,</a:t>
            </a:r>
            <a:r>
              <a:rPr lang="en-US" sz="2000" b="1" dirty="0"/>
              <a:t> </a:t>
            </a:r>
            <a:r>
              <a:rPr lang="ru-RU" sz="2000" b="1" dirty="0"/>
              <a:t>доцент кафедры 806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indent="0" algn="just">
              <a:lnSpc>
                <a:spcPct val="160000"/>
              </a:lnSpc>
              <a:spcAft>
                <a:spcPts val="1000"/>
              </a:spcAft>
              <a:buNone/>
            </a:pP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криптографические алгоритмы.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параллельной и аппаратной реализации и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119" b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𝑙𝑜𝑔𝑛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𝑔</m:t>
                        </m:r>
                      </m:e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𝑙𝑜𝑔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𝑙𝑜𝑔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</a:t>
            </a:r>
            <a:r>
              <a:rPr lang="en-US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a:rPr lang="ru-RU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𝑙𝑜𝑔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ru-RU" sz="1600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 (разд. 2.3.1 ВКР)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70000"/>
                  </a:lnSpc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7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41" r="-1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42363549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</a:t>
                          </a:r>
                          <a:r>
                            <a:rPr lang="en-US" sz="1200" dirty="0">
                              <a:effectLst/>
                            </a:rPr>
                            <a:t>-</a:t>
                          </a:r>
                          <a:r>
                            <a:rPr lang="ru-RU" sz="1200" dirty="0">
                              <a:effectLst/>
                            </a:rPr>
                            <a:t>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Подсчёт инверсий по проходам; результат зависит от шагов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42363549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2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522" t="-28800" r="-593" b="-156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522" t="-374419" r="-593" b="-3558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Подсчёт инверсий по проходам; результат зависит от шагов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Дополнительные алгоритмы которые анализируемы этим подходом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155412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сортировки Бэтчера и FFT/NTT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Общий принцип: разбиение по чётности индексов.</a:t>
            </a:r>
          </a:p>
          <a:p>
            <a:pPr marL="0" indent="0">
              <a:buNone/>
            </a:pP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 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</a:t>
                          </a:r>
                          <a:r>
                            <a:rPr lang="en-US" dirty="0">
                              <a:effectLst/>
                            </a:rPr>
                            <a:t> </a:t>
                          </a:r>
                          <a:r>
                            <a:rPr lang="ru-RU" dirty="0">
                              <a:effectLst/>
                            </a:rPr>
                            <a:t>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45701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23684" r="-100521" b="-17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23684" r="-696" b="-1789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510000" r="-100521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510000" r="-696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8703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Экспериментальная проверка: </a:t>
            </a:r>
            <a:r>
              <a:rPr lang="ru-RU" dirty="0" err="1"/>
              <a:t>Бэтчер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2690"/>
            <a:ext cx="10515600" cy="385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Сводный график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214" y="1825625"/>
            <a:ext cx="75835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𝑙𝑜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криптографические алгоритмы.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</a:t>
            </a:r>
            <a:r>
              <a:rPr lang="en-US" dirty="0"/>
              <a:t>: </a:t>
            </a:r>
            <a:r>
              <a:rPr lang="ru-RU" dirty="0" err="1"/>
              <a:t>Муханова</a:t>
            </a:r>
            <a:r>
              <a:rPr lang="ru-RU" dirty="0"/>
              <a:t>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1875</TotalTime>
  <Words>1437</Words>
  <Application>Microsoft Macintosh PowerPoint</Application>
  <PresentationFormat>Широкоэкранный</PresentationFormat>
  <Paragraphs>172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 (разд. 2.3.1 ВКР)</vt:lpstr>
      <vt:lpstr>Соответствие классических сортировок условиям A–C</vt:lpstr>
      <vt:lpstr> Когда метод «как есть» не применим</vt:lpstr>
      <vt:lpstr>Дополнительные алгоритмы которые анализируемы этим подходом</vt:lpstr>
      <vt:lpstr>Аналогия сортировки Бэтчера и FFT/NTT</vt:lpstr>
      <vt:lpstr>Экспериментальная проверка: Бэтчер</vt:lpstr>
      <vt:lpstr>Сводный график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Microsoft Office User</cp:lastModifiedBy>
  <cp:revision>52</cp:revision>
  <dcterms:created xsi:type="dcterms:W3CDTF">2026-05-12T15:13:03Z</dcterms:created>
  <dcterms:modified xsi:type="dcterms:W3CDTF">2026-05-15T18:11:42Z</dcterms:modified>
</cp:coreProperties>
</file>